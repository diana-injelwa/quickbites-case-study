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433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>
            <a:off x="0" y="3840480"/>
            <a:ext cx="9144000" cy="2743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QuickBite Ghost Kitchen Analysis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651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Expand, What's Happening in Eastleigh and How to Optimize the Menu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 |  6 Months of Operational Data  |  21,363 Orders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findings from 6 months of data across Kilimani, Westlands, and Eastleigh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3152" cy="914400"/>
          </a:xfrm>
          <a:prstGeom prst="rect">
            <a:avLst/>
          </a:prstGeom>
          <a:solidFill>
            <a:srgbClr val="4A9E6B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Selectively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kitchens are profitable. Prioritize low-rent, low-competition neighborhoods (like Eastleigh).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73152" cy="9144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803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743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Eastleigh Open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63040" y="3108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Eastleigh is #2 in profit (KES 722K), growing fastest (+38% in 6 months), and has the best customer ratings (4.13/5).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73152" cy="914400"/>
          </a:xfrm>
          <a:prstGeom prst="rect">
            <a:avLst/>
          </a:prstGeom>
          <a:solidFill>
            <a:srgbClr val="4A7C6F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776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 the Menu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4206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high-margin Samosa/Mandazi add-ons, promote Nyama Choma in Eastleigh, and test removing low-performing items.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F2F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Q1: Should QuickBite Expand?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Ghost Kitchens Are Profitable Over 6 Months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1036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Ingredient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Kilimani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6.4M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2.5M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2.4M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1.6M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Eastleigh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3.6M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1.9M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722K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Westlands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4.8M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2.7M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387K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Eastleigh is nearly 2x more profitable than Westlands despite having the lowest revenue.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38404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Text 5"/>
          <p:cNvSpPr/>
          <p:nvPr/>
        </p:nvSpPr>
        <p:spPr>
          <a:xfrm>
            <a:off x="54864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 1.6M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48640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Kilimani Profit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83280" y="38404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Text 8"/>
          <p:cNvSpPr/>
          <p:nvPr/>
        </p:nvSpPr>
        <p:spPr>
          <a:xfrm>
            <a:off x="338328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 722K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383280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Eastleigh Profit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38404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Text 11"/>
          <p:cNvSpPr/>
          <p:nvPr/>
        </p:nvSpPr>
        <p:spPr>
          <a:xfrm>
            <a:off x="621792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 387K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217920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Westlands Profit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F2F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 Location Work?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37576" cy="1615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Eastleigh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(Most Efficient)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Kilimani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(Highest Revenue)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Westlands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(Least Profitable)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 (6 mo)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722K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387K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Fixed Costs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313K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408K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455K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Delivery-Only Competitors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QuickBite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4.13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3.74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Delivery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47472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7" name="Shape 3"/>
          <p:cNvSpPr/>
          <p:nvPr/>
        </p:nvSpPr>
        <p:spPr>
          <a:xfrm>
            <a:off x="548640" y="3474720"/>
            <a:ext cx="73152" cy="13716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8" name="Text 4"/>
          <p:cNvSpPr/>
          <p:nvPr/>
        </p:nvSpPr>
        <p:spPr>
          <a:xfrm>
            <a:off x="82296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Recommendation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39319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neighborhoods that resemble Eastleigh: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rent (under KES 150K/mo) | Few delivery-only competitors (under 5) | Underserved by quality delivery (competitor ratings below 4.0)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"Westlands-type" markets — high rent and crowded competition compress margins despite decent revenue.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F2F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Q2: The Real Story with Eastleigh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CFO sees low volume. The data tells a different story.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840480" cy="45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CFO's View (Volume)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total orders: 6,637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avg order value: KES 597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total revenue: KES 3.6M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5544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1" name="Shape 8"/>
          <p:cNvSpPr/>
          <p:nvPr/>
        </p:nvSpPr>
        <p:spPr>
          <a:xfrm>
            <a:off x="4754880" y="1554480"/>
            <a:ext cx="3840480" cy="45720"/>
          </a:xfrm>
          <a:prstGeom prst="rect">
            <a:avLst/>
          </a:prstGeom>
          <a:solidFill>
            <a:srgbClr val="4A9E6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2" name="Text 9"/>
          <p:cNvSpPr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GM's View (Quality &amp; Growth)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0" y="2057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rating: 4.13/5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delivery: 56 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net profit: KES 722K (2x Westlands)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delivery-only competitors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2918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54864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of all 3)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651760" y="32918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Text 15"/>
          <p:cNvSpPr/>
          <p:nvPr/>
        </p:nvSpPr>
        <p:spPr>
          <a:xfrm>
            <a:off x="265176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 min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65176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 min faster than Kilimani)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54880" y="32918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Text 18"/>
          <p:cNvSpPr/>
          <p:nvPr/>
        </p:nvSpPr>
        <p:spPr>
          <a:xfrm>
            <a:off x="475488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75488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(Aug '24 to Jan '25)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858000" y="32918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4" name="Text 21"/>
          <p:cNvSpPr/>
          <p:nvPr/>
        </p:nvSpPr>
        <p:spPr>
          <a:xfrm>
            <a:off x="685800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 722K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85800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(2x Westlands)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The GM is right. Eastleigh is more profitable than Westlands and growing.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F2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Eastleigh Is the Only Location With Consistent Growth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0979" y="3086100"/>
            <a:ext cx="4363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Month-over-Month Order Growth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601215"/>
              </p:ext>
            </p:extLst>
          </p:nvPr>
        </p:nvGraphicFramePr>
        <p:xfrm>
          <a:off x="220980" y="3497580"/>
          <a:ext cx="4351019" cy="1371600"/>
        </p:xfrm>
        <a:graphic>
          <a:graphicData uri="http://schemas.openxmlformats.org/drawingml/2006/table">
            <a:tbl>
              <a:tblPr/>
              <a:tblGrid>
                <a:gridCol w="96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94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Eastleigh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Kilimani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'24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'24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'24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'24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53939" y="3086100"/>
            <a:ext cx="4137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Breakeven Safety Buffer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683290"/>
              </p:ext>
            </p:extLst>
          </p:nvPr>
        </p:nvGraphicFramePr>
        <p:xfrm>
          <a:off x="4853940" y="3497580"/>
          <a:ext cx="4137661" cy="1363980"/>
        </p:xfrm>
        <a:graphic>
          <a:graphicData uri="http://schemas.openxmlformats.org/drawingml/2006/table">
            <a:tbl>
              <a:tblPr/>
              <a:tblGrid>
                <a:gridCol w="1338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8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Breakeven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Eastleigh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799/mo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Kilimani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807/mo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969/mo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F010B1B-8425-9754-7124-A3FC78BD1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" y="960120"/>
            <a:ext cx="8770620" cy="2072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F2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Eastleigh Recommendation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shut down Eastleigh. It is the 2nd most profitable kitchen and the only one growing consistently.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3152" cy="914400"/>
          </a:xfrm>
          <a:prstGeom prst="rect">
            <a:avLst/>
          </a:prstGeom>
          <a:solidFill>
            <a:srgbClr val="4A9E6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Keep Eastleigh open with a clear target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GM 3 more months. Set a milestone: reach 1,300 orders/month by month 9. The current trajectory (922 to 1,270) suggests this is achievable.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73152" cy="914400"/>
          </a:xfrm>
          <a:prstGeom prst="rect">
            <a:avLst/>
          </a:prstGeom>
          <a:solidFill>
            <a:srgbClr val="4A9E6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/>
          <p:nvPr/>
        </p:nvSpPr>
        <p:spPr>
          <a:xfrm>
            <a:off x="822960" y="295351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Invest modestly in local marketing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Eastleigh's growth is organic with only 3 delivery competitors. A small marketing push could accelerate an already positive trend.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73152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/>
          <p:nvPr/>
        </p:nvSpPr>
        <p:spPr>
          <a:xfrm>
            <a:off x="822960" y="40050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If cuts are needed, scrutinize Westlands first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3434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Westlands has the highest costs (KES 455K/mo), most competition (12 delivery-only), thinnest margins (KES 387K net), and sits just 14% above breakeven.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F2F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Q3: Menu Item Performance Matrix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7132320" cy="2514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KES/min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Nyama Choma Platter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Samosa (6pc)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Mandazi (4pc)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 Biriyani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330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270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Ugali &amp; Fish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Bhajia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Chips Masala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170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Githeri Special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230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Matoke &amp; Beef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290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= High popularity + High efficiency  |  Opportunity = Room to improve  |  Drag = Low popularity + Low efficiency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F2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Menu Optimizations to Test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548640" cy="548640"/>
          </a:xfrm>
          <a:prstGeom prst="ellipse">
            <a:avLst/>
          </a:prstGeom>
          <a:solidFill>
            <a:srgbClr val="4A9E6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Samosa &amp; Mandazi upsell at checkout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Stars: 70-73% margin, 8-10 min prep, highest kitchen efficiency. Test "Add to any order for KES 150" prompt. Minimal kitchen impact, pure margin boost.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777240" y="260604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Nyama Choma Platter meal deal in Eastleigh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margin item (KES 500/order) but only 418 orders in Eastleigh vs 2,887 in Kilimani. Bundle with a side to drive trial. Huge untapped revenue.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removing Matoke &amp; Beef and Githeri Special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114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Drags: bottom 4 in popularity AND bottom 2 in prep efficiency (KES 10.4-10.5/min). Remove for 1 month, measure impact on total orders and kitchen throughput.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F2F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Impact on Operations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reduces orders by ~27% and increases delivery times by ~30% across all locations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-27%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Rainy Days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5544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0" name="Text 7"/>
          <p:cNvSpPr/>
          <p:nvPr/>
        </p:nvSpPr>
        <p:spPr>
          <a:xfrm>
            <a:off x="338328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38328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Rainy Days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17920" y="15544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3" name="Text 10"/>
          <p:cNvSpPr/>
          <p:nvPr/>
        </p:nvSpPr>
        <p:spPr>
          <a:xfrm>
            <a:off x="621792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-27%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21792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Rainy Days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548640" y="2926080"/>
            <a:ext cx="73152" cy="731520"/>
          </a:xfrm>
          <a:prstGeom prst="rect">
            <a:avLst/>
          </a:prstGeom>
          <a:solidFill>
            <a:srgbClr val="4A9E6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7" name="Text 14"/>
          <p:cNvSpPr/>
          <p:nvPr/>
        </p:nvSpPr>
        <p:spPr>
          <a:xfrm>
            <a:off x="822960" y="3017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Eastleigh is the most weather-resilient: its rainy-day delivery time (69.5 min) is still faster than Kilimani's dry-day average (64.9 min).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Recommendations: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"rainy day" promotions triggered by weather forecasts to offset the ~27% order drop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extra delivery riders on forecast rain days to protect delivery times and ratings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dynamic delivery fees on rainy days to cover increased delivery costs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Don't Know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customer-level data — can't distinguish new vs repeat customers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marketing spend data per location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locations over 6 months — small sample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on why items are ordered (preferences vs availability)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Investigate Next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and repeat order rates per location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 neighborhoods matching Eastleigh's expansion profile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menu removals before permanent changes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 staffing optimization using order time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8046720" cy="3657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low-cost, low-competition neighborhoods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40233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/>
          <p:nvPr/>
        </p:nvSpPr>
        <p:spPr>
          <a:xfrm>
            <a:off x="33832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620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Eastleigh — it's profitable, growing, and loved by customers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7" name="Text 15"/>
          <p:cNvSpPr/>
          <p:nvPr/>
        </p:nvSpPr>
        <p:spPr>
          <a:xfrm>
            <a:off x="62179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high-efficiency menu items and test removing underperformers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1201</Words>
  <Application>Microsoft Office PowerPoint</Application>
  <PresentationFormat>On-screen Show (16:9)</PresentationFormat>
  <Paragraphs>276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QuickBite Ghost Kitchen Analysis</dc:title>
  <dc:subject>PptxGenJS Presentation</dc:subject>
  <dc:creator>Diana - Data Analyst</dc:creator>
  <cp:lastModifiedBy>Diana Injelwa</cp:lastModifiedBy>
  <cp:revision>2</cp:revision>
  <dcterms:created xsi:type="dcterms:W3CDTF">2026-02-25T15:31:17Z</dcterms:created>
  <dcterms:modified xsi:type="dcterms:W3CDTF">2026-02-25T16:46:20Z</dcterms:modified>
</cp:coreProperties>
</file>